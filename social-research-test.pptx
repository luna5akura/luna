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范文1第1次提交</a:t>
            </a:r>
            <a:br/>
            <a:r>
              <a:rPr/>
              <a:t>Introduction 阅读报告</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[姓名]-[学号]</a:t>
            </a:r>
          </a:p>
        </p:txBody>
      </p:sp>
      <p:sp>
        <p:nvSpPr>
          <p:cNvPr id="4" name="Date Placeholder 3"/>
          <p:cNvSpPr>
            <a:spLocks noGrp="1"/>
          </p:cNvSpPr>
          <p:nvPr>
            <p:ph idx="10" sz="half" type="dt"/>
          </p:nvPr>
        </p:nvSpPr>
        <p:spPr/>
        <p:txBody>
          <a:bodyPr/>
          <a:lstStyle/>
          <a:p>
            <a:pPr lvl="0" indent="0" marL="0">
              <a:buNone/>
            </a:pPr>
            <a:r>
              <a:rPr/>
              <a:t>Social Research</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论文与任务</a:t>
            </a:r>
          </a:p>
          <a:p>
            <a:pPr lvl="0" indent="0" marL="0">
              <a:buNone/>
            </a:pPr>
            <a:r>
              <a:rPr b="1"/>
              <a:t>选定论文</a:t>
            </a:r>
          </a:p>
          <a:p>
            <a:pPr lvl="0"/>
            <a:r>
              <a:rPr/>
              <a:t>Wang, X., Hong, Z., Xu, Y., Zhang, C., &amp; Ling, H. (2014)</a:t>
            </a:r>
          </a:p>
          <a:p>
            <a:pPr lvl="0"/>
            <a:r>
              <a:rPr i="1"/>
              <a:t>Relevance Judgments of Mobile Commercial Information</a:t>
            </a:r>
          </a:p>
          <a:p>
            <a:pPr lvl="0"/>
            <a:r>
              <a:rPr/>
              <a:t>期刊：</a:t>
            </a:r>
            <a:r>
              <a:rPr i="1"/>
              <a:t>Journal of the Association for Information Science and Technology</a:t>
            </a:r>
          </a:p>
          <a:p>
            <a:pPr lvl="0"/>
            <a:r>
              <a:rPr/>
              <a:t>本周任务：阅读 Introduction，回答研究动机与研究问题</a:t>
            </a:r>
          </a:p>
          <a:p>
            <a:pPr lvl="0" indent="0" marL="0">
              <a:buNone/>
            </a:pPr>
            <a:r>
              <a:rPr b="1"/>
              <a:t>研究动机</a:t>
            </a:r>
          </a:p>
          <a:p>
            <a:pPr lvl="0" indent="0" marL="0">
              <a:buNone/>
            </a:pPr>
            <a:r>
              <a:rPr b="1"/>
              <a:t>实践动机</a:t>
            </a:r>
          </a:p>
          <a:p>
            <a:pPr lvl="0"/>
            <a:r>
              <a:rPr/>
              <a:t>移动商务场景下，用户会持续收到大量商业信息与移动广告。</a:t>
            </a:r>
          </a:p>
          <a:p>
            <a:pPr lvl="0"/>
            <a:r>
              <a:rPr/>
              <a:t>平台和商家需要判断：什么样的信息会被用户认为“相关”，什么样的信息会被认为“打扰”。</a:t>
            </a:r>
          </a:p>
          <a:p>
            <a:pPr lvl="0"/>
            <a:r>
              <a:rPr/>
              <a:t>如果不能提高信息相关性，就会降低点击、接受与转化效果。</a:t>
            </a:r>
          </a:p>
          <a:p>
            <a:pPr lvl="0"/>
            <a:r>
              <a:rPr/>
              <a:t>如果过度依赖位置与时间等个性化线索，又可能触发用户隐私担忧。</a:t>
            </a:r>
          </a:p>
          <a:p>
            <a:pPr lvl="0" indent="0" marL="0">
              <a:buNone/>
            </a:pPr>
            <a:r>
              <a:rPr b="1"/>
              <a:t>理论动机</a:t>
            </a:r>
          </a:p>
          <a:p>
            <a:pPr lvl="0"/>
            <a:r>
              <a:rPr/>
              <a:t>既有相关性判断研究主要解释文档或网页为何相关，但较少处理移动商业信息。</a:t>
            </a:r>
          </a:p>
          <a:p>
            <a:pPr lvl="0"/>
            <a:r>
              <a:rPr/>
              <a:t>既有移动营销研究强调位置、时间和个性化，却没有形成完整的 relevance model。</a:t>
            </a:r>
          </a:p>
          <a:p>
            <a:pPr lvl="0"/>
            <a:r>
              <a:rPr/>
              <a:t>因此本文试图把 relevance judgment、mobile marketing 和 privacy 三条文献整合起来。</a:t>
            </a:r>
          </a:p>
          <a:p>
            <a:pPr lvl="0"/>
            <a:r>
              <a:rPr/>
              <a:t>研究还把 privacy concerns 视为 affective relevance 的一种表现，扩展了相关性理论。</a:t>
            </a:r>
          </a:p>
          <a:p>
            <a:pPr lvl="0" indent="0" marL="0">
              <a:buNone/>
            </a:pPr>
            <a:r>
              <a:rPr b="1"/>
              <a:t>研究问题</a:t>
            </a:r>
          </a:p>
          <a:p>
            <a:pPr lvl="0" indent="0" marL="0">
              <a:buNone/>
            </a:pPr>
            <a:r>
              <a:rPr b="1"/>
              <a:t>本文的核心研究问题</a:t>
            </a:r>
          </a:p>
          <a:p>
            <a:pPr lvl="0" indent="-342900" marL="342900">
              <a:buAutoNum type="arabicPeriod"/>
            </a:pPr>
            <a:r>
              <a:rPr/>
              <a:t>用户如何判断一条移动商业信息是否与自己相关？</a:t>
            </a:r>
          </a:p>
          <a:p>
            <a:pPr lvl="0" indent="-342900" marL="342900">
              <a:buAutoNum type="arabicPeriod"/>
            </a:pPr>
            <a:r>
              <a:rPr/>
              <a:t>位置、时间等情境因素会不会影响这种相关性判断？</a:t>
            </a:r>
          </a:p>
          <a:p>
            <a:pPr lvl="0" indent="-342900" marL="342900">
              <a:buAutoNum type="arabicPeriod"/>
            </a:pPr>
            <a:r>
              <a:rPr/>
              <a:t>信息内容与情境因素又会如何影响用户的隐私担忧？</a:t>
            </a:r>
          </a:p>
          <a:p>
            <a:pPr lvl="0" indent="0" marL="0">
              <a:buNone/>
            </a:pPr>
            <a:r>
              <a:rPr b="1"/>
              <a:t>研究问题陈述可如何展示</a:t>
            </a:r>
          </a:p>
          <a:p>
            <a:pPr lvl="0"/>
            <a:r>
              <a:rPr/>
              <a:t>原文问题句集中在摘要和 Introduction 开头。</a:t>
            </a:r>
          </a:p>
          <a:p>
            <a:pPr lvl="0"/>
            <a:r>
              <a:rPr/>
              <a:t>可直接展示：How do users judge the relevance of such information? Is their relevance judgment affected by contextual factors, such as location and time? How do message content and contextual factors affect users’ privacy concerns?</a:t>
            </a:r>
          </a:p>
          <a:p>
            <a:pPr lvl="0"/>
            <a:r>
              <a:rPr/>
              <a:t>报告时先讲现实问题，再落到三个具体问题，逻辑会更清楚。</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范文1第1次提交 Introduction 阅读报告</dc:title>
  <dc:creator>[姓名]-[学号]</dc:creator>
  <cp:keywords/>
  <dcterms:created xsi:type="dcterms:W3CDTF">2026-05-12T17:20:16Z</dcterms:created>
  <dcterms:modified xsi:type="dcterms:W3CDTF">2026-05-12T17:20:16Z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Social Research</vt:lpwstr>
  </property>
</Properties>
</file>