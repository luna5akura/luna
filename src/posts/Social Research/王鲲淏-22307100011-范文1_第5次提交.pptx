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latin typeface="Microsoft YaHei"/>
              </a:rPr>
              <a:t>范文1第5次提交
调查过程与样本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latin typeface="Microsoft YaHei"/>
              </a:rPr>
              <a:t>王鲲淏-22307100011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Microsoft YaHei"/>
              </a:rPr>
              <a:t>Social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调查过程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论文的调查过程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1. 研究采用 vignette-based survey，每位被试先收到一条经过操纵的 SMS 电影促销广告。</a:t>
            </a:r>
          </a:p>
          <a:p>
            <a:pPr algn="l"/>
            <a:r>
              <a:rPr sz="2400">
                <a:latin typeface="Microsoft YaHei"/>
              </a:rPr>
              <a:t>2. 研究者构造了 16 个情境：2 x 2 x 2 x 2，分别操纵折扣、来源、远近和时间。</a:t>
            </a:r>
          </a:p>
          <a:p>
            <a:pPr algn="l"/>
            <a:r>
              <a:rPr sz="2400">
                <a:latin typeface="Microsoft YaHei"/>
              </a:rPr>
              <a:t>3. 次日通过 e-mail 发放问卷，并电话确认被试收到短信、按“刚收到时的反应”填写。</a:t>
            </a:r>
          </a:p>
          <a:p>
            <a:pPr algn="l"/>
            <a:r>
              <a:rPr sz="2400">
                <a:latin typeface="Microsoft YaHei"/>
              </a:rPr>
              <a:t>4. 最后剔除无效和缺失问卷，保留有效样本做后续分析。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调查过程中的关键细节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先招募 3 名 student confederates，每人约有 60 名同校学生朋友。</a:t>
            </a:r>
          </a:p>
          <a:p>
            <a:pPr algn="l"/>
            <a:r>
              <a:rPr sz="2400">
                <a:latin typeface="Microsoft YaHei"/>
              </a:rPr>
              <a:t>• 删除重复联系人后共有 160 名受试者，随机分配到 16 个 scenario，每组约 10 人。</a:t>
            </a:r>
          </a:p>
          <a:p>
            <a:pPr algn="l"/>
            <a:r>
              <a:rPr sz="2400">
                <a:latin typeface="Microsoft YaHei"/>
              </a:rPr>
              <a:t>• 其中 80 人收到“来自朋友”的短信，80 人收到“来自代表商家的陌生人”的短信。</a:t>
            </a:r>
          </a:p>
          <a:p>
            <a:pPr algn="l"/>
            <a:r>
              <a:rPr sz="2400">
                <a:latin typeface="Microsoft YaHei"/>
              </a:rPr>
              <a:t>• 研究结束后进行 debrief，解释实验中的情境操纵和欺骗设计。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样本量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最后的样本量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原始联系样本为 160 人，排除无效问卷后回收 141 份有效问卷。</a:t>
            </a:r>
          </a:p>
          <a:p>
            <a:pPr algn="l"/>
            <a:r>
              <a:rPr sz="2400">
                <a:latin typeface="Microsoft YaHei"/>
              </a:rPr>
              <a:t>• 性别结构：51 名男性（36.1%），90 名女性（63.8%）。</a:t>
            </a:r>
          </a:p>
          <a:p>
            <a:pPr algn="l"/>
            <a:r>
              <a:rPr sz="2400">
                <a:latin typeface="Microsoft YaHei"/>
              </a:rPr>
              <a:t>• 平均年龄：24.5 岁。</a:t>
            </a:r>
          </a:p>
          <a:p>
            <a:pPr algn="l"/>
            <a:r>
              <a:rPr sz="2400">
                <a:latin typeface="Microsoft YaHei"/>
              </a:rPr>
              <a:t>• 论文把 demographic statistics 作为控制变量进入假设检验。</a:t>
            </a:r>
          </a:p>
          <a:p>
            <a:pPr algn="l"/>
            <a:r>
              <a:rPr sz="2400">
                <a:latin typeface="Microsoft YaHei"/>
              </a:rPr>
              <a:t> </a:t>
            </a:r>
          </a:p>
          <a:p>
            <a:pPr algn="l"/>
            <a:r>
              <a:rPr sz="2400">
                <a:latin typeface="Microsoft YaHei"/>
              </a:rPr>
              <a:t>最终有效样本量：N = 141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