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latin typeface="Microsoft YaHei"/>
              </a:rPr>
              <a:t>范文1第4次提交
问卷开发与问卷设计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latin typeface="Microsoft YaHei"/>
              </a:rPr>
              <a:t>王鲲淏-22307100011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latin typeface="Microsoft YaHei"/>
              </a:rPr>
              <a:t>Social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latin typeface="Microsoft YaHei"/>
              </a:rPr>
              <a:t>问卷开发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问卷开发的基本步骤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1. 尽量采用已有成熟题项，并根据 cinema promotion 的研究情境做必要改编。</a:t>
            </a:r>
          </a:p>
          <a:p>
            <a:pPr algn="l"/>
            <a:r>
              <a:rPr sz="2400">
                <a:latin typeface="Microsoft YaHei"/>
              </a:rPr>
              <a:t>2. 主观构念用 3-4 个题项测量：relevance、topicality、reliability、privacy。</a:t>
            </a:r>
          </a:p>
          <a:p>
            <a:pPr algn="l"/>
            <a:r>
              <a:rPr sz="2400">
                <a:latin typeface="Microsoft YaHei"/>
              </a:rPr>
              <a:t>3. 客观构念用单题测量：economic、location、time，且按二元变量编码。</a:t>
            </a:r>
          </a:p>
          <a:p>
            <a:pPr algn="l"/>
            <a:r>
              <a:rPr sz="2400">
                <a:latin typeface="Microsoft YaHei"/>
              </a:rPr>
              <a:t>4. 先做 20 人 pilot test，再根据反馈做 minor revisions。</a:t>
            </a:r>
          </a:p>
          <a:p>
            <a:pPr algn="l"/>
            <a:r>
              <a:rPr sz="2400">
                <a:latin typeface="Microsoft YaHei"/>
              </a:rPr>
              <a:t>5. 之后用 exploratory factor analysis 检验收敛效度和区分效度。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latin typeface="Microsoft YaHei"/>
              </a:rPr>
              <a:t>构念设计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问卷包含的主要构念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情境因素 | Location、Time</a:t>
            </a:r>
          </a:p>
          <a:p>
            <a:pPr algn="l"/>
            <a:r>
              <a:rPr sz="2400">
                <a:latin typeface="Microsoft YaHei"/>
              </a:rPr>
              <a:t>结果变量 | Relevance、Privacy concerns</a:t>
            </a:r>
          </a:p>
          <a:p>
            <a:pPr algn="l"/>
            <a:r>
              <a:rPr sz="2400">
                <a:latin typeface="Microsoft YaHei"/>
              </a:rPr>
              <a:t>控制变量 | Source、Gender、Age</a:t>
            </a:r>
          </a:p>
          <a:p>
            <a:pPr algn="l"/>
            <a:r>
              <a:rPr sz="2400">
                <a:latin typeface="Microsoft YaHei"/>
              </a:rPr>
              <a:t>场景材料 | 受访者先收到一条 SMS 电影促销广告，再完成问卷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附录中的题项（一）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Reliability | I'm worried about the truthfulness of this message; I believe that the message is reliable; I believe that the cinema will honor the promised promotion.</a:t>
            </a:r>
          </a:p>
          <a:p>
            <a:pPr algn="l"/>
            <a:r>
              <a:rPr sz="2400">
                <a:latin typeface="Microsoft YaHei"/>
              </a:rPr>
              <a:t>Relevance | The message provides me with a reference; I will keep this message for reference; I will forward this message; I will go to the cinema based on the message.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附录中的题项（二）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Economic | How would you evaluate the discounts offered in the message? Low / High</a:t>
            </a:r>
          </a:p>
          <a:p>
            <a:pPr algn="l"/>
            <a:r>
              <a:rPr sz="2400">
                <a:latin typeface="Microsoft YaHei"/>
              </a:rPr>
              <a:t>Location | How far would you be from the cinema mentioned in the message? Near / Far</a:t>
            </a:r>
          </a:p>
          <a:p>
            <a:pPr algn="l"/>
            <a:r>
              <a:rPr sz="2400">
                <a:latin typeface="Microsoft YaHei"/>
              </a:rPr>
              <a:t>Time | When did you receive this message? One week before the promotion activity / Two weeks before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这一部分的汇报重点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主观变量使用 7 点量表，客观变量用实验操纵的二元值。</a:t>
            </a:r>
          </a:p>
          <a:p>
            <a:pPr algn="l"/>
            <a:r>
              <a:rPr sz="2400">
                <a:latin typeface="Microsoft YaHei"/>
              </a:rPr>
              <a:t>• 作者没有操纵 topicality，而是把它作为问卷测量变量。</a:t>
            </a:r>
          </a:p>
          <a:p>
            <a:pPr algn="l"/>
            <a:r>
              <a:rPr sz="2400">
                <a:latin typeface="Microsoft YaHei"/>
              </a:rPr>
              <a:t>• 这一部分汇报时最好强调“量表改编 + 预测试 + EFA”这三步。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