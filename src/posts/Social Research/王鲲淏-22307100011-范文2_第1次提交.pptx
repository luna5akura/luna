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latin typeface="Microsoft YaHei"/>
              </a:rPr>
              <a:t>范文2第1次提交
网站美学与消费者购物价值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latin typeface="Microsoft YaHei"/>
              </a:rPr>
              <a:t>王鲲淏-22307100011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latin typeface="Microsoft YaHei"/>
              </a:rPr>
              <a:t>Social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latin typeface="Microsoft YaHei"/>
              </a:rPr>
              <a:t>理论基础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本文的理论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网站美学二维框架：Classical Aesthetics 与 Expressive Aesthetics。</a:t>
            </a:r>
          </a:p>
          <a:p>
            <a:pPr algn="l"/>
            <a:r>
              <a:rPr sz="2400">
                <a:latin typeface="Microsoft YaHei"/>
              </a:rPr>
              <a:t>• 消费者购物价值理论：购物价值可分为 utilitarian 与 hedonic 两部分。</a:t>
            </a:r>
          </a:p>
          <a:p>
            <a:pPr algn="l"/>
            <a:r>
              <a:rPr sz="2400">
                <a:latin typeface="Microsoft YaHei"/>
              </a:rPr>
              <a:t>• 任务匹配逻辑：不同产品类型会改变用户对网站美学线索的重视程度。</a:t>
            </a:r>
          </a:p>
          <a:p>
            <a:pPr algn="l"/>
            <a:r>
              <a:rPr sz="2400">
                <a:latin typeface="Microsoft YaHei"/>
              </a:rPr>
              <a:t>• 因而本文不是只研究“美不美”，而是研究“美学如何转化为购物价值”。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latin typeface="Microsoft YaHei"/>
              </a:rPr>
              <a:t>变量与定义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自变量与因变量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Classical Aesthetics | 网站在秩序性、清晰性、和谐性与布局直观性上的美学感知。</a:t>
            </a:r>
          </a:p>
          <a:p>
            <a:pPr algn="l"/>
            <a:r>
              <a:rPr sz="2400">
                <a:latin typeface="Microsoft YaHei"/>
              </a:rPr>
              <a:t>Shopping Enjoyment | 用户在浏览和购物过程中感到有趣、愉快、兴奋的程度。</a:t>
            </a:r>
          </a:p>
          <a:p>
            <a:pPr algn="l"/>
            <a:r>
              <a:rPr sz="2400">
                <a:latin typeface="Microsoft YaHei"/>
              </a:rPr>
              <a:t>Shopping Process Value | 网站是否提升购物效率、效果与生产率的感知。</a:t>
            </a:r>
          </a:p>
          <a:p>
            <a:pPr algn="l"/>
            <a:r>
              <a:rPr sz="2400">
                <a:latin typeface="Microsoft YaHei"/>
              </a:rPr>
              <a:t>Product Type | 产品类型，分为 hedonic product 与 utilitarian product。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latin typeface="Microsoft YaHei"/>
              </a:rPr>
              <a:t>自变量操纵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实验如何操纵自变量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Expressive aesthetics 通过颜色方案操纵。</a:t>
            </a:r>
          </a:p>
          <a:p>
            <a:pPr algn="l"/>
            <a:r>
              <a:rPr sz="2400">
                <a:latin typeface="Microsoft YaHei"/>
              </a:rPr>
              <a:t>• 研究者改变背景、文字和边框的颜色组合，形成高/低 expressive 条件。</a:t>
            </a:r>
          </a:p>
          <a:p>
            <a:pPr algn="l"/>
            <a:r>
              <a:rPr sz="2400">
                <a:latin typeface="Microsoft YaHei"/>
              </a:rPr>
              <a:t>• Classical aesthetics 通过功能布局操纵。</a:t>
            </a:r>
          </a:p>
          <a:p>
            <a:pPr algn="l"/>
            <a:r>
              <a:rPr sz="2400">
                <a:latin typeface="Microsoft YaHei"/>
              </a:rPr>
              <a:t>• 研究者调整首页、列表页和详情页的栏目位置，使布局更符合或偏离常规网站结构。</a:t>
            </a:r>
          </a:p>
          <a:p>
            <a:pPr algn="l"/>
            <a:r>
              <a:rPr sz="2400">
                <a:latin typeface="Microsoft YaHei"/>
              </a:rPr>
              <a:t>• Product type 通过购物对象操纵：数码相机、笔记本代表 utilitarian；香水、鲜花代表 hedonic。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latin typeface="Microsoft YaHei"/>
              </a:rPr>
              <a:t>实验流程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实验流程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1. 先做小规模产品筛选测试，从 8 类在线产品中选出享乐型与功利型产品。</a:t>
            </a:r>
          </a:p>
          <a:p>
            <a:pPr algn="l"/>
            <a:r>
              <a:rPr sz="2400">
                <a:latin typeface="Microsoft YaHei"/>
              </a:rPr>
              <a:t>2. 再做量表预测试：44 名学生完成模拟购物任务，用 EFA 检验量表结构。</a:t>
            </a:r>
          </a:p>
          <a:p>
            <a:pPr algn="l"/>
            <a:r>
              <a:rPr sz="2400">
                <a:latin typeface="Microsoft YaHei"/>
              </a:rPr>
              <a:t>3. 正式实验采用 2 x 2 x 2 设计，173 名学生被随机分配到 8 个条件。</a:t>
            </a:r>
          </a:p>
          <a:p>
            <a:pPr algn="l"/>
            <a:r>
              <a:rPr sz="2400">
                <a:latin typeface="Microsoft YaHei"/>
              </a:rPr>
              <a:t>4. 每位参与者完成两次模拟购物，共得到 346 个观测值。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latin typeface="Microsoft YaHei"/>
              </a:rPr>
              <a:t>测量方式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自变量和因变量如何测量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Expressive aesthetics：例如“网站看起来有吸引力”“我喜欢这个网站的外观与感觉”。</a:t>
            </a:r>
          </a:p>
          <a:p>
            <a:pPr algn="l"/>
            <a:r>
              <a:rPr sz="2400">
                <a:latin typeface="Microsoft YaHei"/>
              </a:rPr>
              <a:t>• Classical aesthetics：例如“网站设计是和谐的”“网站布局直观”“元素组织有逻辑”。</a:t>
            </a:r>
          </a:p>
          <a:p>
            <a:pPr algn="l"/>
            <a:r>
              <a:rPr sz="2400">
                <a:latin typeface="Microsoft YaHei"/>
              </a:rPr>
              <a:t>• Shopping enjoyment：例如“本次访问很有趣/愉快/令人兴奋”。</a:t>
            </a:r>
          </a:p>
          <a:p>
            <a:pPr algn="l"/>
            <a:r>
              <a:rPr sz="2400">
                <a:latin typeface="Microsoft YaHei"/>
              </a:rPr>
              <a:t>• Shopping process value：例如“该网站提升了我的购物表现、效率和有效性”。</a:t>
            </a:r>
          </a:p>
          <a:p>
            <a:pPr algn="l"/>
            <a:r>
              <a:rPr sz="2400">
                <a:latin typeface="Microsoft YaHei"/>
              </a:rPr>
              <a:t>• 正式实验中，作者使用 CFA 检验四个多题项构念，并报告 Cronbach's alpha、AVE 等指标。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latin typeface="Microsoft YaHei"/>
              </a:rPr>
              <a:t>研究模型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研究模型图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Expressive Aesthetics</a:t>
            </a:r>
          </a:p>
          <a:p>
            <a:pPr algn="l"/>
            <a:r>
              <a:rPr sz="2400">
                <a:latin typeface="Microsoft YaHei"/>
              </a:rPr>
              <a:t>• Classical Aesthetics</a:t>
            </a:r>
          </a:p>
          <a:p>
            <a:pPr algn="l"/>
            <a:r>
              <a:rPr sz="2400">
                <a:latin typeface="Microsoft YaHei"/>
              </a:rPr>
              <a:t>• Shopping Enjoyment</a:t>
            </a:r>
          </a:p>
          <a:p>
            <a:pPr algn="l"/>
            <a:r>
              <a:rPr sz="2400">
                <a:latin typeface="Microsoft YaHei"/>
              </a:rPr>
              <a:t>• Shopping Process Value</a:t>
            </a:r>
          </a:p>
          <a:p>
            <a:pPr algn="l"/>
            <a:r>
              <a:rPr sz="2400">
                <a:latin typeface="Microsoft YaHei"/>
              </a:rPr>
              <a:t>• Product Type (Hedonic vs. Utilitarian)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如果老师问“有没有多个实验”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本文主体不是多个独立实验串联，而是一个完整的实验研究流程。</a:t>
            </a:r>
          </a:p>
          <a:p>
            <a:pPr algn="l"/>
            <a:r>
              <a:rPr sz="2400">
                <a:latin typeface="Microsoft YaHei"/>
              </a:rPr>
              <a:t>• 但可以区分为三个阶段：产品筛选测试、量表预测试、正式实验。</a:t>
            </a:r>
          </a:p>
          <a:p>
            <a:pPr algn="l"/>
            <a:r>
              <a:rPr sz="2400">
                <a:latin typeface="Microsoft YaHei"/>
              </a:rPr>
              <a:t>• 这三个阶段的任务不同：选材料、验量表、检验假设。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