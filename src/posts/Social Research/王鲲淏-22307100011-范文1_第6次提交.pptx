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Microsoft YaHei"/>
              </a:rPr>
              <a:t>范文1第6次提交
数据分析方法与假设检验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Microsoft YaHei"/>
              </a:rPr>
              <a:t>王鲲淏-22307100011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Microsoft YaHei"/>
              </a:rPr>
              <a:t>Social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统计方法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论文使用的数据分析方法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One-way ANOVA | 检查 reliability 操纵是否成功。</a:t>
            </a:r>
          </a:p>
          <a:p>
            <a:pPr algn="l"/>
            <a:r>
              <a:rPr sz="2400">
                <a:latin typeface="Microsoft YaHei"/>
              </a:rPr>
              <a:t>CFA（LISREL 8.70） | 检验 measurement model 的收敛效度、区分效度和整体拟合。</a:t>
            </a:r>
          </a:p>
          <a:p>
            <a:pPr algn="l"/>
            <a:r>
              <a:rPr sz="2400">
                <a:latin typeface="Microsoft YaHei"/>
              </a:rPr>
              <a:t>Regression analysis | 检验主效应和交互效应假设（Table 4）。</a:t>
            </a:r>
          </a:p>
          <a:p>
            <a:pPr algn="l"/>
            <a:r>
              <a:rPr sz="2400">
                <a:latin typeface="Microsoft YaHei"/>
              </a:rPr>
              <a:t>Mediator analysis | 按 Baron \ | Kenny 程序和 Sobel test 检验 MCI relevance 的中介作用。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这些统计方法分别看什么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操纵检验：确认“高折扣/近距离/一周前/朋友来源”确实被被试感知出来。</a:t>
            </a:r>
          </a:p>
          <a:p>
            <a:pPr algn="l"/>
            <a:r>
              <a:rPr sz="2400">
                <a:latin typeface="Microsoft YaHei"/>
              </a:rPr>
              <a:t>• 测量模型检验：确认 relevance、privacy、topicality、reliability 这些量表是可靠有效的。</a:t>
            </a:r>
          </a:p>
          <a:p>
            <a:pPr algn="l"/>
            <a:r>
              <a:rPr sz="2400">
                <a:latin typeface="Microsoft YaHei"/>
              </a:rPr>
              <a:t>• 回归分析：看各主效应和交互项的方向与显著性。</a:t>
            </a:r>
          </a:p>
          <a:p>
            <a:pPr algn="l"/>
            <a:r>
              <a:rPr sz="2400">
                <a:latin typeface="Microsoft YaHei"/>
              </a:rPr>
              <a:t>• 中介分析：看 reliability 和 economic 是否先影响 relevance，再影响 privacy。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支持判断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论文如何判断假设是否被支持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第一步：看回归系数方向是否与假设预期一致。</a:t>
            </a:r>
          </a:p>
          <a:p>
            <a:pPr algn="l"/>
            <a:r>
              <a:rPr sz="2400">
                <a:latin typeface="Microsoft YaHei"/>
              </a:rPr>
              <a:t>• 第二步：看 p 值是否显著；本文因样本量相对较小，采用 alpha = 0.1。</a:t>
            </a:r>
          </a:p>
          <a:p>
            <a:pPr algn="l"/>
            <a:r>
              <a:rPr sz="2400">
                <a:latin typeface="Microsoft YaHei"/>
              </a:rPr>
              <a:t>• 第三步：若是假设调节效应，就看交互项是否显著且方向正确。</a:t>
            </a:r>
          </a:p>
          <a:p>
            <a:pPr algn="l"/>
            <a:r>
              <a:rPr sz="2400">
                <a:latin typeface="Microsoft YaHei"/>
              </a:rPr>
              <a:t>• 第四步：若是 H12 这类中介/结果变量关系，再结合 mediator analysis 判断。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论文里可以直接举的判断例子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H1a supported：Topicality -&gt; Relevance，系数 0.332，p&lt;0.001。</a:t>
            </a:r>
          </a:p>
          <a:p>
            <a:pPr algn="l"/>
            <a:r>
              <a:rPr sz="2400">
                <a:latin typeface="Microsoft YaHei"/>
              </a:rPr>
              <a:t>• H5a rejected：Time -&gt; Relevance，不显著，p=0.367。</a:t>
            </a:r>
          </a:p>
          <a:p>
            <a:pPr algn="l"/>
            <a:r>
              <a:rPr sz="2400">
                <a:latin typeface="Microsoft YaHei"/>
              </a:rPr>
              <a:t>• H10b supported：Reliability x Location -&gt; Privacy，交互项显著为负，p=0.015。</a:t>
            </a:r>
          </a:p>
          <a:p>
            <a:pPr algn="l"/>
            <a:r>
              <a:rPr sz="2400">
                <a:latin typeface="Microsoft YaHei"/>
              </a:rPr>
              <a:t>• H12 supported：MCI relevance -&gt; Privacy，系数 -0.245，p=0.029。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数据分析结论小结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直接影响 relevance 的主要是 topicality、reliability、economic value 和 location。</a:t>
            </a:r>
          </a:p>
          <a:p>
            <a:pPr algn="l"/>
            <a:r>
              <a:rPr sz="2400">
                <a:latin typeface="Microsoft YaHei"/>
              </a:rPr>
              <a:t>• Time 不影响 relevance，但会降低 privacy concerns。</a:t>
            </a:r>
          </a:p>
          <a:p>
            <a:pPr algn="l"/>
            <a:r>
              <a:rPr sz="2400">
                <a:latin typeface="Microsoft YaHei"/>
              </a:rPr>
              <a:t>• Topicality x Economic 被支持，说明内容个性化与促销力度存在协同作用。</a:t>
            </a:r>
          </a:p>
          <a:p>
            <a:pPr algn="l"/>
            <a:r>
              <a:rPr sz="2400">
                <a:latin typeface="Microsoft YaHei"/>
              </a:rPr>
              <a:t>• Reliability x Location 在 privacy 上被支持，说明可信来源能缓解精确定位带来的隐私担忧。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