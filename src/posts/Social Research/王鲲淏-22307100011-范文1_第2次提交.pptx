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Microsoft YaHei"/>
              </a:rPr>
              <a:t>范文1第2次提交
文献综述阅读报告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latin typeface="Microsoft YaHei"/>
              </a:rPr>
              <a:t>王鲲淏-22307100011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Microsoft YaHei"/>
              </a:rPr>
              <a:t>Social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前人理论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本文所用的前人理论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相关性判断理论：尤其是 Xu &amp; Chen (2006) 的五因素框架。</a:t>
            </a:r>
          </a:p>
          <a:p>
            <a:pPr algn="l"/>
            <a:r>
              <a:rPr sz="2400">
                <a:latin typeface="Microsoft YaHei"/>
              </a:rPr>
              <a:t>• 移动营销理论：用来识别 mobile commercial information 中独有的 commercial relevance factor。</a:t>
            </a:r>
          </a:p>
          <a:p>
            <a:pPr algn="l"/>
            <a:r>
              <a:rPr sz="2400">
                <a:latin typeface="Microsoft YaHei"/>
              </a:rPr>
              <a:t>• 隐私担忧理论：解释用户为什么会在“有用”与“被监控”之间做权衡。</a:t>
            </a:r>
          </a:p>
          <a:p>
            <a:pPr algn="l"/>
            <a:r>
              <a:rPr sz="2400">
                <a:latin typeface="Microsoft YaHei"/>
              </a:rPr>
              <a:t>• 本文明确说自己建立在三条文献流之上：relevance、mobile marketing、privacy。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文献类型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第一类：相关性判断文献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关注用户如何判断信息是否满足当前任务、兴趣与问题情境。</a:t>
            </a:r>
          </a:p>
          <a:p>
            <a:pPr algn="l"/>
            <a:r>
              <a:rPr sz="2400">
                <a:latin typeface="Microsoft YaHei"/>
              </a:rPr>
              <a:t>• 核心结论：相关性是主观且情境化的，topicality 与 reliability 是重要前因。</a:t>
            </a:r>
          </a:p>
          <a:p>
            <a:pPr algn="l"/>
            <a:r>
              <a:rPr sz="2400">
                <a:latin typeface="Microsoft YaHei"/>
              </a:rPr>
              <a:t>• 对本文的启发：作者直接从这条文献中抽取 topicality 和 reliability 进入模型。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第二类：移动营销与情境文献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关注移动广告、位置服务与情境推送在不同场景中的有效性。</a:t>
            </a:r>
          </a:p>
          <a:p>
            <a:pPr algn="l"/>
            <a:r>
              <a:rPr sz="2400">
                <a:latin typeface="Microsoft YaHei"/>
              </a:rPr>
              <a:t>• 核心结论：location 和 time 是移动场景中最关键的 situational personalization 维度。</a:t>
            </a:r>
          </a:p>
          <a:p>
            <a:pPr algn="l"/>
            <a:r>
              <a:rPr sz="2400">
                <a:latin typeface="Microsoft YaHei"/>
              </a:rPr>
              <a:t>• 对本文的启发：作者从这条文献中抽取 economic value、location、time 进入模型。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第三类：隐私担忧文献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关注个性化、定位与数据收集带来的心理成本。</a:t>
            </a:r>
          </a:p>
          <a:p>
            <a:pPr algn="l"/>
            <a:r>
              <a:rPr sz="2400">
                <a:latin typeface="Microsoft YaHei"/>
              </a:rPr>
              <a:t>• 核心结论：用户会进行 privacy calculus，在收益与风险之间权衡。</a:t>
            </a:r>
          </a:p>
          <a:p>
            <a:pPr algn="l"/>
            <a:r>
              <a:rPr sz="2400">
                <a:latin typeface="Microsoft YaHei"/>
              </a:rPr>
              <a:t>• 对本文的启发：作者把 privacy concerns 作为 affective relevance，一起纳入模型。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综述判断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这些文献是因果性的还是框架性的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相关性判断理论以框架性为主：强调概念维度与判断逻辑。</a:t>
            </a:r>
          </a:p>
          <a:p>
            <a:pPr algn="l"/>
            <a:r>
              <a:rPr sz="2400">
                <a:latin typeface="Microsoft YaHei"/>
              </a:rPr>
              <a:t>• 移动营销文献兼有框架性与因果性：既提出情境作用框架，也做影响检验。</a:t>
            </a:r>
          </a:p>
          <a:p>
            <a:pPr algn="l"/>
            <a:r>
              <a:rPr sz="2400">
                <a:latin typeface="Microsoft YaHei"/>
              </a:rPr>
              <a:t>• 隐私担忧文献更偏因果性：常检验个性化、位置使用与态度反应之间的关系。</a:t>
            </a:r>
          </a:p>
          <a:p>
            <a:pPr algn="l"/>
            <a:r>
              <a:rPr sz="2400">
                <a:latin typeface="Microsoft YaHei"/>
              </a:rPr>
              <a:t>• 因此本文是在框架理论基础上，发展出可检验的因果假设。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