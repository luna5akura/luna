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latin typeface="Microsoft YaHei"/>
              </a:rPr>
              <a:t>范文1第3次提交
模型开发与假设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latin typeface="Microsoft YaHei"/>
              </a:rPr>
              <a:t>王鲲淏-22307100011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latin typeface="Microsoft YaHei"/>
              </a:rPr>
              <a:t>Social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研究模型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本文的模型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内容因素 Topicality Reliability Economic Value</a:t>
            </a:r>
          </a:p>
          <a:p>
            <a:pPr algn="l"/>
            <a:r>
              <a:rPr sz="2400">
                <a:latin typeface="Microsoft YaHei"/>
              </a:rPr>
              <a:t>• 情境因素 Location Time</a:t>
            </a:r>
          </a:p>
          <a:p>
            <a:pPr algn="l"/>
            <a:r>
              <a:rPr sz="2400">
                <a:latin typeface="Microsoft YaHei"/>
              </a:rPr>
              <a:t>• MCI Relevance</a:t>
            </a:r>
          </a:p>
          <a:p>
            <a:pPr algn="l"/>
            <a:r>
              <a:rPr sz="2400">
                <a:latin typeface="Microsoft YaHei"/>
              </a:rPr>
              <a:t>• Privacy Concerns</a:t>
            </a:r>
          </a:p>
          <a:p>
            <a:pPr algn="l"/>
            <a:r>
              <a:rPr sz="2400">
                <a:latin typeface="Microsoft YaHei"/>
              </a:rPr>
              <a:t>• 交互效应 H6-H11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假设列表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直接效应假设 H1-H5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H1：Topicality 对 MCI relevance 有正向作用（H1a），并降低 privacy concerns（H1b）。</a:t>
            </a:r>
          </a:p>
          <a:p>
            <a:pPr algn="l"/>
            <a:r>
              <a:rPr sz="2400">
                <a:latin typeface="Microsoft YaHei"/>
              </a:rPr>
              <a:t>• H2：Reliability 对 MCI relevance 有正向作用（H2a），并降低 privacy concerns（H2b）。</a:t>
            </a:r>
          </a:p>
          <a:p>
            <a:pPr algn="l"/>
            <a:r>
              <a:rPr sz="2400">
                <a:latin typeface="Microsoft YaHei"/>
              </a:rPr>
              <a:t>• H3：Economic value 对 MCI relevance 有正向作用（H3a），并降低 privacy concerns（H3b）。</a:t>
            </a:r>
          </a:p>
          <a:p>
            <a:pPr algn="l"/>
            <a:r>
              <a:rPr sz="2400">
                <a:latin typeface="Microsoft YaHei"/>
              </a:rPr>
              <a:t>• H4：Location pertinence 对 MCI relevance 有正向作用（H4a），并加剧 privacy concerns（H4b）。</a:t>
            </a:r>
          </a:p>
          <a:p>
            <a:pPr algn="l"/>
            <a:r>
              <a:rPr sz="2400">
                <a:latin typeface="Microsoft YaHei"/>
              </a:rPr>
              <a:t>• H5：Time pertinence 对 MCI relevance 有正向作用（H5a），并降低 privacy concerns（H5b）。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调节效应假设 H6-H11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H6：Topicality 正向调节 economic value 与 relevance，并负向调节 economic value 与 privacy。</a:t>
            </a:r>
          </a:p>
          <a:p>
            <a:pPr algn="l"/>
            <a:r>
              <a:rPr sz="2400">
                <a:latin typeface="Microsoft YaHei"/>
              </a:rPr>
              <a:t>• H7：Topicality 正向调节 location 与 relevance，并负向调节 location 与 privacy。</a:t>
            </a:r>
          </a:p>
          <a:p>
            <a:pPr algn="l"/>
            <a:r>
              <a:rPr sz="2400">
                <a:latin typeface="Microsoft YaHei"/>
              </a:rPr>
              <a:t>• H8：Topicality 正向调节 time 与 relevance，并负向调节 time 与 privacy。</a:t>
            </a:r>
          </a:p>
          <a:p>
            <a:pPr algn="l"/>
            <a:r>
              <a:rPr sz="2400">
                <a:latin typeface="Microsoft YaHei"/>
              </a:rPr>
              <a:t>• H9：Reliability 正向调节 economic value 与 relevance，并负向调节 economic value 与 privacy。</a:t>
            </a:r>
          </a:p>
          <a:p>
            <a:pPr algn="l"/>
            <a:r>
              <a:rPr sz="2400">
                <a:latin typeface="Microsoft YaHei"/>
              </a:rPr>
              <a:t>• H10：Reliability 正向调节 location 与 relevance，并负向调节 location 与 privacy。</a:t>
            </a:r>
          </a:p>
          <a:p>
            <a:pPr algn="l"/>
            <a:r>
              <a:rPr sz="2400">
                <a:latin typeface="Microsoft YaHei"/>
              </a:rPr>
              <a:t>• H11：Reliability 正向调节 time 与 relevance，并负向调节 time 与 privacy。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结果变量之间的关系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H12：MCI relevance alleviates privacy concerns.</a:t>
            </a:r>
          </a:p>
          <a:p>
            <a:pPr algn="l"/>
            <a:r>
              <a:rPr sz="2400">
                <a:latin typeface="Microsoft YaHei"/>
              </a:rPr>
              <a:t>• 即：一条移动商业信息越“相关”，用户越愿意接受其可能带来的隐私交换。</a:t>
            </a:r>
          </a:p>
          <a:p>
            <a:pPr algn="l"/>
            <a:r>
              <a:rPr sz="2400">
                <a:latin typeface="Microsoft YaHei"/>
              </a:rPr>
              <a:t>• 这条路径把 utilitarian relevance 和 affective relevance 联系起来。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变量定义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假设涉及的变量定义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可靠性（Reliability） | 用户认为该信息真实、可信、准确的程度。</a:t>
            </a:r>
          </a:p>
          <a:p>
            <a:pPr algn="l"/>
            <a:r>
              <a:rPr sz="2400">
                <a:latin typeface="Microsoft YaHei"/>
              </a:rPr>
              <a:t>经济价值（Economic Value） | 信息是否带来优惠、节省或其他可感知收益。</a:t>
            </a:r>
          </a:p>
          <a:p>
            <a:pPr algn="l"/>
            <a:r>
              <a:rPr sz="2400">
                <a:latin typeface="Microsoft YaHei"/>
              </a:rPr>
              <a:t>位置（Location） | 信息与用户当前所在地点是否匹配，以及定位是否精确。</a:t>
            </a:r>
          </a:p>
          <a:p>
            <a:pPr algn="l"/>
            <a:r>
              <a:rPr sz="2400">
                <a:latin typeface="Microsoft YaHei"/>
              </a:rPr>
              <a:t>时间（Time） | 信息出现的时间是否与用户当前情境、时机和任务相契合。</a:t>
            </a:r>
          </a:p>
          <a:p>
            <a:pPr algn="l"/>
            <a:r>
              <a:rPr sz="2400">
                <a:latin typeface="Microsoft YaHei"/>
              </a:rPr>
              <a:t>相关性判断（Relevance Judgment） | 用户对移动商业信息“是否与自己有关、是否值得看”的总体评价。</a:t>
            </a:r>
          </a:p>
          <a:p>
            <a:pPr algn="l"/>
            <a:r>
              <a:rPr sz="2400">
                <a:latin typeface="Microsoft YaHei"/>
              </a:rPr>
              <a:t>隐私担忧（Privacy Concerns） | 用户对个人信息、位置数据或行为数据被收集和使用的担忧。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latin typeface="Microsoft YaHei"/>
              </a:rPr>
              <a:t>假设1论证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latin typeface="Microsoft YaHei"/>
              </a:rPr>
              <a:t>假设1论证中使用的方法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latin typeface="Microsoft YaHei"/>
              </a:rPr>
              <a:t>• 概念定义法：先把 topicality 定义为“信息与用户兴趣/消费类别的匹配程度”。</a:t>
            </a:r>
          </a:p>
          <a:p>
            <a:pPr algn="l"/>
            <a:r>
              <a:rPr sz="2400">
                <a:latin typeface="Microsoft YaHei"/>
              </a:rPr>
              <a:t>• 文献演绎法：引用 Boyce、Xu &amp; Chen 等相关性研究，说明 topicality 是 relevance judgment 的第一步。</a:t>
            </a:r>
          </a:p>
          <a:p>
            <a:pPr algn="l"/>
            <a:r>
              <a:rPr sz="2400">
                <a:latin typeface="Microsoft YaHei"/>
              </a:rPr>
              <a:t>• 情境迁移法：把搜索/文献相关性理论迁移到移动商业信息情境。</a:t>
            </a:r>
          </a:p>
          <a:p>
            <a:pPr algn="l"/>
            <a:r>
              <a:rPr sz="2400">
                <a:latin typeface="Microsoft YaHei"/>
              </a:rPr>
              <a:t>• 隐私计算逻辑：再从 personalization 的收益角度推导 H1b，认为更贴题的广告更像帮助而不是打扰。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